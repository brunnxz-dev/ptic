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57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EB3BA-4D79-4812-B397-518632953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C746A3-6860-C6CC-5E3C-28B00BB29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44244C-5F99-1220-CB8B-92E65CC9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3E2F44-1A92-D8B0-BA04-B359D134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5E3484-6A3F-B2B4-4C5A-DEB81707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3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D1410-9279-0A8E-6332-FC60F7E23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9A6348-84A6-FDB0-C3FE-2773266E9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19AF10-824D-B6D7-1867-51D060A63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2D56C3-62AF-7111-B8CB-0A1A4C7CB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FED0AF-6F54-9B82-2206-E32F628A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01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617EE-682E-5FEB-F9D2-2B6362C99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0EE262-CEA3-43E6-55B9-53C871D21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257779-0371-3F0F-806E-E13E9A81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112754-66BA-3D20-6D4A-C7EE2A84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C00E1D-D292-D1D8-B1B1-1223A96A2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4833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A50A4-DFE3-949E-7CFE-63B94C23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0A0E91-3186-63AF-AB23-B020BD1C67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2B2561-7308-BDA5-ED49-E721D41552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145A7F-BDA5-5EE1-0306-921CCEF3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A3F8D8-A9F9-C59E-1839-55D1D53F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A5C774B-1F2C-884B-6518-9B99B7AF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2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9D38E-B1B7-551B-3FCB-09F0B3E3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5FD350-D1E5-481E-03A0-59B34CD74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0C6174-D6BC-D1DE-8E90-86809E604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C495B7D-58AD-C3DF-5202-B659E99C4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95A7CB-8503-AD36-9244-D93F4C88A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14169A-6832-1850-7987-3544A543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EF517A5-F29E-1BB9-1DA5-2C214A352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353C91-CC0A-D93B-05F7-BD989478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305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A10DB-50B0-CB95-DF58-59C45F92B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BA984F7-AD84-F181-A64D-D8DF73B8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E21095-DFAA-7BD7-D790-989111E64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15EBD8-48BB-A191-CD5D-7471093A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9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EC4F7D-ED60-AD12-3414-584492515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828B4BE-907C-79C6-191A-1BAB772EC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8EB94-DEE5-DD59-2781-ECABF69D7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3550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3C4FA-8EC6-870B-93CD-0B711783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C52A19-FD9E-CCB5-2E67-A8F2B1300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1DB32F-0B00-E334-DDB7-ADF57AB9A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1DD291-ADC2-84DF-3E06-51CA84C9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9677C4-5F1E-0669-7BB4-D9AF917A1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689ADF5-84A0-465D-D886-9B19AC594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269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745B2-CC35-D03C-04B1-C79B3760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63F0C04-25E9-08BF-FF83-84001592F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7588DA5-59C6-0193-07EE-87E6AE033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0E18B3-D9FC-8890-A41D-A3D03F29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12C8FF-D585-B9AB-1A50-9B919D684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F876E9-743C-663B-E5BC-037718253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9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06AAF-4951-4E25-75E0-B4F2F93B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DB6FAC3-2013-1592-3D46-58CB661A8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B3A8D4-6422-B8AF-102D-8677CB86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F1F767-ABBF-E4E3-3FC4-4FD7110F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5D0147-FC08-3FCD-0F5E-BA010A78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13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52BC3D-4257-F58C-5C46-EFE1373101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559402-DA52-BC93-7288-F5221D997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3B9A0F-F4CF-0A72-35FD-15D8E3E9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5E069-AD64-89E9-0F09-22492D7F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C7E7C0-2416-23B7-B89A-434FDF2C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4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8872704-0ED4-2585-2904-EDCD57B67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415509-85B5-CDF1-0C03-972F25138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45E125-14FC-2A51-8B1C-BCB370287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75A7C-BAC5-431F-8D6B-2E4ADEDE53B6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FC3091-6546-EAD0-5438-869EAA2C4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9DBBC8-FDF8-F0AD-DFC1-62483DBAE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44720-8E36-4AA0-AE8E-E2E36C41EB4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79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01E965-C7DB-EADB-5C62-18AFA3B7BF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>
                <a:solidFill>
                  <a:srgbClr val="FF0000"/>
                </a:solidFill>
                <a:latin typeface="Comic Sans MS" panose="030F0702030302020204" pitchFamily="66" charset="0"/>
              </a:rPr>
              <a:t>Etec</a:t>
            </a:r>
            <a:r>
              <a:rPr lang="pt-BR" dirty="0">
                <a:solidFill>
                  <a:srgbClr val="FF0000"/>
                </a:solidFill>
                <a:latin typeface="Comic Sans MS" panose="030F0702030302020204" pitchFamily="66" charset="0"/>
              </a:rPr>
              <a:t> ZL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6C6DA2-C346-2899-47F2-2692A7FC93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Tutorial powerpoint</a:t>
            </a:r>
          </a:p>
        </p:txBody>
      </p:sp>
    </p:spTree>
    <p:extLst>
      <p:ext uri="{BB962C8B-B14F-4D97-AF65-F5344CB8AC3E}">
        <p14:creationId xmlns:p14="http://schemas.microsoft.com/office/powerpoint/2010/main" val="164801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9D728F-F766-5BB5-7309-1A2F8D438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KKKKKKKKKKKKKKKKKKKKKKKK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89AFAD-1D70-FC7F-6066-121C2F942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Tramsiç~so</a:t>
            </a:r>
            <a:r>
              <a:rPr lang="pt-BR" dirty="0"/>
              <a:t> foda</a:t>
            </a:r>
          </a:p>
          <a:p>
            <a:r>
              <a:rPr lang="pt-BR" dirty="0" err="1"/>
              <a:t>Kkkkkkkkkk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84771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7BAD8-19EA-A3DD-CEAC-0000ECC9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curso de </a:t>
            </a:r>
            <a:r>
              <a:rPr lang="pt-BR" dirty="0" err="1"/>
              <a:t>ds</a:t>
            </a:r>
            <a:r>
              <a:rPr lang="pt-BR" dirty="0"/>
              <a:t> é o melhor?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321B74-A1AD-2682-70E8-617379C07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Logico né, a </a:t>
            </a:r>
            <a:r>
              <a:rPr lang="pt-BR" dirty="0" err="1"/>
              <a:t>gnt</a:t>
            </a:r>
            <a:r>
              <a:rPr lang="pt-BR" dirty="0"/>
              <a:t> aprende programa </a:t>
            </a:r>
            <a:r>
              <a:rPr lang="pt-BR" dirty="0" err="1">
                <a:solidFill>
                  <a:schemeClr val="bg1"/>
                </a:solidFill>
                <a:highlight>
                  <a:srgbClr val="000080"/>
                </a:highlight>
                <a:latin typeface="Comic Sans MS" panose="030F0702030302020204" pitchFamily="66" charset="0"/>
              </a:rPr>
              <a:t>lol</a:t>
            </a:r>
            <a:endParaRPr lang="pt-BR" dirty="0">
              <a:solidFill>
                <a:schemeClr val="bg1"/>
              </a:solidFill>
              <a:highlight>
                <a:srgbClr val="000080"/>
              </a:highlight>
              <a:latin typeface="Comic Sans MS" panose="030F0702030302020204" pitchFamily="66" charset="0"/>
            </a:endParaRPr>
          </a:p>
          <a:p>
            <a:r>
              <a:rPr lang="pt-BR" strike="sngStrike" dirty="0"/>
              <a:t>Sara fica </a:t>
            </a:r>
            <a:r>
              <a:rPr lang="pt-BR" strike="sngStrike" dirty="0" err="1"/>
              <a:t>cmg</a:t>
            </a:r>
            <a:r>
              <a:rPr lang="pt-BR" strike="sngStrike" dirty="0"/>
              <a:t> </a:t>
            </a:r>
            <a:r>
              <a:rPr lang="pt-BR" strike="sngStrike" dirty="0">
                <a:sym typeface="Wingdings" panose="05000000000000000000" pitchFamily="2" charset="2"/>
              </a:rPr>
              <a:t></a:t>
            </a:r>
            <a:endParaRPr lang="pt-BR" strike="sngStrike" dirty="0"/>
          </a:p>
        </p:txBody>
      </p:sp>
    </p:spTree>
    <p:extLst>
      <p:ext uri="{BB962C8B-B14F-4D97-AF65-F5344CB8AC3E}">
        <p14:creationId xmlns:p14="http://schemas.microsoft.com/office/powerpoint/2010/main" val="3069875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3F307-5DB8-057E-5823-BA1C2A75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Blub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20BB7A-A631-CCAB-3E80-77510EB44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833336"/>
            <a:ext cx="5181600" cy="4351338"/>
          </a:xfrm>
        </p:spPr>
        <p:txBody>
          <a:bodyPr/>
          <a:lstStyle/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pt-BR" dirty="0"/>
              <a:t>A </a:t>
            </a:r>
            <a:r>
              <a:rPr lang="pt-BR" dirty="0" err="1">
                <a:latin typeface="Algerian" panose="04020705040A02060702" pitchFamily="82" charset="0"/>
              </a:rPr>
              <a:t>etec</a:t>
            </a:r>
            <a:r>
              <a:rPr lang="pt-BR" dirty="0"/>
              <a:t> é a </a:t>
            </a:r>
            <a:r>
              <a:rPr lang="pt-BR" dirty="0">
                <a:latin typeface="Comic Sans MS" panose="030F0702030302020204" pitchFamily="66" charset="0"/>
              </a:rPr>
              <a:t>melhor</a:t>
            </a:r>
            <a:r>
              <a:rPr lang="pt-BR" dirty="0"/>
              <a:t> </a:t>
            </a:r>
            <a:r>
              <a:rPr lang="pt-BR" dirty="0">
                <a:latin typeface="Agency FB" panose="020B0503020202020204" pitchFamily="34" charset="0"/>
              </a:rPr>
              <a:t>escola</a:t>
            </a:r>
          </a:p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pt-BR" dirty="0" err="1"/>
              <a:t>Hehehehehe</a:t>
            </a:r>
            <a:endParaRPr lang="pt-BR" dirty="0"/>
          </a:p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pt-BR" dirty="0" err="1"/>
              <a:t>Wewewewewewewe</a:t>
            </a:r>
            <a:endParaRPr lang="pt-BR" dirty="0"/>
          </a:p>
          <a:p>
            <a:pPr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pt-BR" dirty="0" err="1">
                <a:latin typeface="OCR A Extended" panose="02010509020102010303" pitchFamily="50" charset="0"/>
              </a:rPr>
              <a:t>Valorant</a:t>
            </a:r>
            <a:r>
              <a:rPr lang="pt-BR" dirty="0">
                <a:latin typeface="OCR A Extended" panose="02010509020102010303" pitchFamily="50" charset="0"/>
              </a:rPr>
              <a:t> é uma merda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0228E890-7B73-CFE2-DDDD-BFBB30DD9D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dirty="0"/>
              <a:t>Eu sou contra tudo </a:t>
            </a:r>
            <a:r>
              <a:rPr lang="pt-BR" dirty="0" err="1"/>
              <a:t>oq</a:t>
            </a:r>
            <a:r>
              <a:rPr lang="pt-BR" dirty="0"/>
              <a:t> o cara a sua esquerda diz</a:t>
            </a:r>
          </a:p>
          <a:p>
            <a:r>
              <a:rPr lang="pt-BR" dirty="0" err="1"/>
              <a:t>Oloko</a:t>
            </a:r>
            <a:r>
              <a:rPr lang="pt-BR" dirty="0"/>
              <a:t> </a:t>
            </a:r>
            <a:r>
              <a:rPr lang="pt-BR" dirty="0" err="1"/>
              <a:t>ralph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2109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56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3" baseType="lpstr">
      <vt:lpstr>Agency FB</vt:lpstr>
      <vt:lpstr>Algerian</vt:lpstr>
      <vt:lpstr>Aptos</vt:lpstr>
      <vt:lpstr>Aptos Display</vt:lpstr>
      <vt:lpstr>Arial</vt:lpstr>
      <vt:lpstr>Comic Sans MS</vt:lpstr>
      <vt:lpstr>OCR A Extended</vt:lpstr>
      <vt:lpstr>Wingdings</vt:lpstr>
      <vt:lpstr>Tema do Office</vt:lpstr>
      <vt:lpstr>Etec ZL</vt:lpstr>
      <vt:lpstr>KKKKKKKKKKKKKKKKKKKKKKKK</vt:lpstr>
      <vt:lpstr>O curso de ds é o melhor?</vt:lpstr>
      <vt:lpstr>Blub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2026-08-14T15:12:12Z</dcterms:created>
  <dcterms:modified xsi:type="dcterms:W3CDTF">2026-08-14T15:38:37Z</dcterms:modified>
</cp:coreProperties>
</file>